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937760"/>
            <a:ext cx="457200" cy="109728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4389120"/>
            <a:ext cx="457200" cy="16459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754880"/>
            <a:ext cx="457200" cy="128016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10652760" y="3931920"/>
            <a:ext cx="457200" cy="21031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4480560"/>
            <a:ext cx="457200" cy="155448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8755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9525">
            <a:solidFill>
              <a:srgbClr val="3E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875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InternNova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INTERNSHIP PROJECT  ·  WEEK 6 FINAL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Analytics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2907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Exploratory Data Analysis &amp; Business Intelligence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493008"/>
            <a:ext cx="2011680" cy="0"/>
          </a:xfrm>
          <a:prstGeom prst="line">
            <a:avLst/>
          </a:prstGeom>
          <a:noFill/>
          <a:ln w="31750">
            <a:solidFill>
              <a:srgbClr val="3E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30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  •  UCI Machine Learning Repository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&amp; Final Data Analytics Project — InternNova Data Analytics Internship, Batch-03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41B4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" y="4828032"/>
            <a:ext cx="566928" cy="5669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4828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718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PATAN MAHAMMAD FAZIL KHAN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5001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•  Batch-03  •  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5266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INST26DA030033  •  Start Date: 01 Aug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Power BI  ·  Git &amp; GitHub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4081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e-commerce transaction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463040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1112" y="14081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raw transactional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121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2176272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11112" y="2121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sales, product, country and customer patterns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89504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2834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9504"/>
            <a:ext cx="384048" cy="38404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11112" y="2834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67128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94204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2394204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92652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19728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919728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18176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45252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445252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43700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0776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970776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69224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96300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496300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94748" y="4709160"/>
            <a:ext cx="2270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021824" y="4709160"/>
            <a:ext cx="1298448" cy="960120"/>
          </a:xfrm>
          <a:prstGeom prst="roundRect">
            <a:avLst>
              <a:gd name="adj" fmla="val 5714"/>
            </a:avLst>
          </a:prstGeom>
          <a:solidFill>
            <a:srgbClr val="3E7C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021824" y="4709160"/>
            <a:ext cx="129844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8437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831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 – Dec 2011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period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617720"/>
            <a:ext cx="3017520" cy="0"/>
          </a:xfrm>
          <a:prstGeom prst="line">
            <a:avLst/>
          </a:prstGeom>
          <a:noFill/>
          <a:ln w="12700">
            <a:solidFill>
              <a:srgbClr val="3A42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CLEANED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0474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524,878 rows × 14 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55321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32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Quantity × UnitPrice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1536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14904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19933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19476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missing product descriptions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26280" y="2450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24048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transactions with missing CustomerID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29077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28620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cancelled invoices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3364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3192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negative quantities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26280" y="3822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7764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non-positive unit prices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26280" y="42793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4F6FB"/>
          </a:solidFill>
          <a:ln w="12700">
            <a:solidFill>
              <a:srgbClr val="3E7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423367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Revenue field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26280" y="4892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5230368"/>
            <a:ext cx="74980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52303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40680" y="523036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523036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46520" y="5230368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52303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818120" y="5230368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48" name="Text 46"/>
          <p:cNvSpPr/>
          <p:nvPr/>
        </p:nvSpPr>
        <p:spPr>
          <a:xfrm>
            <a:off x="7818120" y="523036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641080" y="5230368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8641080" y="52303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526280" y="5806440"/>
            <a:ext cx="6565392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5806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removed inconsistent, cancelled, and invalid transaction records prior to analysis.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analysis outputs generated in Python (Pandas, Matplotlib, Seaborn)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5" name="Image 0" descr="asset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8187" y="1252728"/>
            <a:ext cx="2227067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97680" y="1207008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8" name="Image 1" descr="assets/monthly_revenue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297769"/>
            <a:ext cx="3419856" cy="16929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46720" y="1207008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11" name="Image 2" descr="assets/top_countries_reven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904" y="1252728"/>
            <a:ext cx="2993791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Revenue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511296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14" name="Image 3" descr="assets/top_products_reven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74" y="3557016"/>
            <a:ext cx="2983093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5385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Analysis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297680" y="3511296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17" name="Image 4" descr="assets/top_customers_reven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864" y="3557016"/>
            <a:ext cx="2993791" cy="1783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9120" y="5385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Analysis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046720" y="3511296"/>
            <a:ext cx="3566160" cy="2167128"/>
          </a:xfrm>
          <a:prstGeom prst="roundRect">
            <a:avLst>
              <a:gd name="adj" fmla="val 2110"/>
            </a:avLst>
          </a:prstGeom>
          <a:solidFill>
            <a:srgbClr val="F4F6FB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20" name="Image 5" descr="assets/weekday_reven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3604147"/>
            <a:ext cx="3419856" cy="168881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38160" y="5385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 Analysis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548640" y="605332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822960" y="6053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Revenue show a strong positive correlation of approximately 0.91.  </a:t>
            </a:r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imply causation.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Sales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90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~10.64M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90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~5.57M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90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~19,960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ORDERS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256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4904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~4,338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CUSTOMERS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09728" cy="1097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Kingdom is the dominant revenue-generating market.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109728" cy="1097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684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EIRE, Germany and France are important additional markets.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09728" cy="1097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354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among high-performing products.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109728" cy="1097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023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contribute significantly to overall revenue.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797296"/>
            <a:ext cx="109728" cy="109728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has a strong positive association with revenue.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dashboard built in Microsoft Power BI — live screenshot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/>
        </p:spPr>
      </p:sp>
      <p:pic>
        <p:nvPicPr>
          <p:cNvPr id="5" name="Image 0" descr="assets/dashboard_h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453" y="1280160"/>
            <a:ext cx="8538046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389888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3502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1792224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Kingdom is the dominant revenue-generating market.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1389888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133502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Opportunity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9088" y="1792224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EIRE, Germany and France provide opportunities for further growth.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072384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Concentration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474720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relatively small group of products contributes a significant share of revenue.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87121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9088" y="3072384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0175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Concentration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19088" y="3474720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are important contributors and should be prioritized for retention.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53712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754880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7000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Relationship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9808" y="515721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Quantity–Revenue correlation (~0.91) — higher quantities associate with higher revenue.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553712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9088" y="4754880"/>
            <a:ext cx="365760" cy="365760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470001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19088" y="5157216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CustomerID values limit complete customer-level analysis.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1795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inventory availability in the UK market.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234440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1795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targeted expansion in promising international markets.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high-revenue products in inventory planning.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856232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8013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loyalty programs and personalized offers for high-value customers.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78024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monthly sales trends for demand forecasting.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2478024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4231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information collection.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099816"/>
            <a:ext cx="329184" cy="329184"/>
          </a:xfrm>
          <a:prstGeom prst="ellipse">
            <a:avLst/>
          </a:prstGeom>
          <a:solidFill>
            <a:srgbClr val="3E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4495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cancellations and returns separately.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and interactive visualization can help businesses understand sales performance, identify growth opportunities, improve inventory planning and support better strategic decisions.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 |  Engineering Internship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2026-09-11T10:51:38Z</dcterms:created>
  <dcterms:modified xsi:type="dcterms:W3CDTF">2026-09-11T10:51:38Z</dcterms:modified>
</cp:coreProperties>
</file>